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1048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3067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0621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2164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53824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3284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67644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3210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50001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0252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18444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9863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042581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29122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33387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123337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8358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6F4E0-615D-44AA-95A9-6A14EE911421}" type="datetimeFigureOut">
              <a:rPr lang="fi-FI" smtClean="0"/>
              <a:t>4.3.2017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CF68F-8B94-4011-B5DF-6C067F721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13274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Ben </a:t>
            </a:r>
            <a:r>
              <a:rPr lang="fi-FI" dirty="0" err="1"/>
              <a:t>Islander</a:t>
            </a:r>
            <a:endParaRPr lang="fi-FI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44426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Lyhyesti lyhyestä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sz="3600" dirty="0"/>
              <a:t>Ben </a:t>
            </a:r>
            <a:r>
              <a:rPr lang="fi-FI" sz="3600" dirty="0" err="1"/>
              <a:t>Islander</a:t>
            </a:r>
            <a:r>
              <a:rPr lang="fi-FI" sz="3600" dirty="0"/>
              <a:t> on Android-mobiilipeli</a:t>
            </a:r>
          </a:p>
          <a:p>
            <a:r>
              <a:rPr lang="fi-FI" sz="3600" dirty="0"/>
              <a:t>Tehtävänä on puolustaa maata avaruuden </a:t>
            </a:r>
            <a:r>
              <a:rPr lang="fi-FI" sz="3600" dirty="0" err="1"/>
              <a:t>ölliäsiltä</a:t>
            </a:r>
            <a:r>
              <a:rPr lang="fi-FI" sz="3600" dirty="0"/>
              <a:t> ja muulta romulta</a:t>
            </a:r>
          </a:p>
          <a:p>
            <a:r>
              <a:rPr lang="fi-FI" sz="3600" dirty="0"/>
              <a:t>Pelihahmoa ohjataan puhelinta kääntämällä ja ampuminen hoituu koskemalla ja raahaamalla suuntima ja voima.</a:t>
            </a:r>
          </a:p>
        </p:txBody>
      </p:sp>
    </p:spTree>
    <p:extLst>
      <p:ext uri="{BB962C8B-B14F-4D97-AF65-F5344CB8AC3E}">
        <p14:creationId xmlns:p14="http://schemas.microsoft.com/office/powerpoint/2010/main" val="264342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sz="3600" dirty="0"/>
              <a:t>Pelihahmo kiertää maan kiertorataa ja voi liikkua vain x akselilla</a:t>
            </a:r>
          </a:p>
          <a:p>
            <a:r>
              <a:rPr lang="fi-FI" sz="3600" dirty="0"/>
              <a:t>Maan vetovoima vetää puoleensa kaikkia objekteja</a:t>
            </a:r>
          </a:p>
          <a:p>
            <a:r>
              <a:rPr lang="fi-FI" sz="3600" dirty="0"/>
              <a:t>Peli päättyy, kun pelaajalta loppuu elämät, tai maapallo tuhoutuu</a:t>
            </a:r>
          </a:p>
          <a:p>
            <a:endParaRPr lang="fi-FI" sz="3600" dirty="0"/>
          </a:p>
        </p:txBody>
      </p:sp>
    </p:spTree>
    <p:extLst>
      <p:ext uri="{BB962C8B-B14F-4D97-AF65-F5344CB8AC3E}">
        <p14:creationId xmlns:p14="http://schemas.microsoft.com/office/powerpoint/2010/main" val="3585674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i-FI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157" y="3354787"/>
            <a:ext cx="1333686" cy="1295581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>
            <a:off x="6762843" y="3086845"/>
            <a:ext cx="724128" cy="398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200900" y="2717513"/>
            <a:ext cx="821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Maa</a:t>
            </a:r>
          </a:p>
        </p:txBody>
      </p:sp>
    </p:spTree>
    <p:extLst>
      <p:ext uri="{BB962C8B-B14F-4D97-AF65-F5344CB8AC3E}">
        <p14:creationId xmlns:p14="http://schemas.microsoft.com/office/powerpoint/2010/main" val="128164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i-FI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5920" y="3967923"/>
            <a:ext cx="600159" cy="4763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157" y="3354787"/>
            <a:ext cx="1333686" cy="12955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229" y="2810061"/>
            <a:ext cx="600159" cy="476316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4616869" y="3048219"/>
            <a:ext cx="1054360" cy="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36221" y="2559837"/>
            <a:ext cx="3135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Peloton </a:t>
            </a:r>
            <a:r>
              <a:rPr lang="fi-FI" dirty="0" err="1"/>
              <a:t>spaztronauttimme</a:t>
            </a:r>
            <a:r>
              <a:rPr lang="fi-FI" dirty="0"/>
              <a:t> Ben </a:t>
            </a:r>
            <a:r>
              <a:rPr lang="fi-FI" dirty="0" err="1"/>
              <a:t>Islander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952654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i-FI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5920" y="3967923"/>
            <a:ext cx="600159" cy="4763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157" y="3354787"/>
            <a:ext cx="1333686" cy="12955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229" y="2810061"/>
            <a:ext cx="600159" cy="4763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22" y="2144943"/>
            <a:ext cx="1333686" cy="1209844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7376712" y="3185737"/>
            <a:ext cx="686888" cy="513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38388" y="3698920"/>
            <a:ext cx="158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Vihu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535641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5920" y="3967923"/>
            <a:ext cx="600159" cy="4763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157" y="3354787"/>
            <a:ext cx="1333686" cy="12955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229" y="2810061"/>
            <a:ext cx="600159" cy="4763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22" y="2144943"/>
            <a:ext cx="1333686" cy="120984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84677">
            <a:off x="6169565" y="2674341"/>
            <a:ext cx="866896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014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5920" y="3967923"/>
            <a:ext cx="600159" cy="4763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157" y="3354787"/>
            <a:ext cx="1333686" cy="12955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229" y="2810061"/>
            <a:ext cx="600159" cy="4763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22" y="2144943"/>
            <a:ext cx="1333686" cy="12098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342" y="2563170"/>
            <a:ext cx="877954" cy="82962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759820">
            <a:off x="6649227" y="2442122"/>
            <a:ext cx="103822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472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5920" y="3967923"/>
            <a:ext cx="600159" cy="4763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157" y="3354787"/>
            <a:ext cx="1333686" cy="12955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283417">
            <a:off x="6462763" y="3040678"/>
            <a:ext cx="600159" cy="4763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783159">
            <a:off x="3949491" y="907350"/>
            <a:ext cx="1333686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77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5920" y="3967923"/>
            <a:ext cx="600159" cy="4763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157" y="3354787"/>
            <a:ext cx="1333686" cy="12955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76479">
            <a:off x="6732633" y="3764420"/>
            <a:ext cx="600159" cy="4763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783159">
            <a:off x="4720340" y="2071132"/>
            <a:ext cx="1333686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447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5920" y="3967923"/>
            <a:ext cx="600159" cy="4763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157" y="3354787"/>
            <a:ext cx="1333686" cy="12955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926770">
            <a:off x="8976131" y="3469560"/>
            <a:ext cx="600159" cy="47631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49" y="2969114"/>
            <a:ext cx="224790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07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993" y="1029853"/>
            <a:ext cx="8459375" cy="595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097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20202600">
            <a:off x="3290527" y="1234112"/>
            <a:ext cx="6745009" cy="46271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86892">
            <a:off x="5911703" y="2248069"/>
            <a:ext cx="724001" cy="6858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825352">
            <a:off x="4825685" y="2595208"/>
            <a:ext cx="1798751" cy="338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8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i-FI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20" y="-142819"/>
            <a:ext cx="10406337" cy="7000818"/>
          </a:xfrm>
        </p:spPr>
      </p:pic>
    </p:spTree>
    <p:extLst>
      <p:ext uri="{BB962C8B-B14F-4D97-AF65-F5344CB8AC3E}">
        <p14:creationId xmlns:p14="http://schemas.microsoft.com/office/powerpoint/2010/main" val="4931325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65</TotalTime>
  <Words>64</Words>
  <Application>Microsoft Office PowerPoint</Application>
  <PresentationFormat>Widescreen</PresentationFormat>
  <Paragraphs>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Vapor Trail</vt:lpstr>
      <vt:lpstr>Ben Islander</vt:lpstr>
      <vt:lpstr>Lyhyesti lyhyestä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JAMK/IT/LabraNet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 Islander</dc:title>
  <dc:creator>Jaakko Pöyhönen</dc:creator>
  <cp:lastModifiedBy>Rami</cp:lastModifiedBy>
  <cp:revision>8</cp:revision>
  <dcterms:created xsi:type="dcterms:W3CDTF">2017-02-20T15:02:22Z</dcterms:created>
  <dcterms:modified xsi:type="dcterms:W3CDTF">2017-03-04T08:55:47Z</dcterms:modified>
</cp:coreProperties>
</file>